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02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E9E54">
              <a:alpha val="30000"/>
            </a:srgbClr>
          </a:solidFill>
          <a:ln w="12700">
            <a:solidFill>
              <a:srgbClr val="2E9E5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CAF70">
              <a:alpha val="20000"/>
            </a:srgbClr>
          </a:solidFill>
          <a:ln w="12700">
            <a:solidFill>
              <a:srgbClr val="4CAF7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2E9E54">
              <a:alpha val="25000"/>
            </a:srgbClr>
          </a:solidFill>
          <a:ln w="12700">
            <a:solidFill>
              <a:srgbClr val="2E9E54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411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1005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64592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Object Oriented Programming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8046720" cy="27432"/>
          </a:xfrm>
          <a:prstGeom prst="rect">
            <a:avLst/>
          </a:prstGeom>
          <a:solidFill>
            <a:srgbClr val="A8D5B5">
              <a:alpha val="60000"/>
            </a:srgbClr>
          </a:solidFill>
          <a:ln w="12700">
            <a:solidFill>
              <a:srgbClr val="A8D5B5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514600"/>
            <a:ext cx="2606040" cy="822960"/>
          </a:xfrm>
          <a:prstGeom prst="rect">
            <a:avLst/>
          </a:prstGeom>
          <a:solidFill>
            <a:srgbClr val="2E9E54">
              <a:alpha val="45000"/>
            </a:srgbClr>
          </a:solidFill>
          <a:ln w="12700">
            <a:solidFill>
              <a:srgbClr val="A8D5B5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 ur Rehman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83280" y="2514600"/>
            <a:ext cx="2606040" cy="822960"/>
          </a:xfrm>
          <a:prstGeom prst="rect">
            <a:avLst/>
          </a:prstGeom>
          <a:solidFill>
            <a:srgbClr val="2E9E54">
              <a:alpha val="45000"/>
            </a:srgbClr>
          </a:solidFill>
          <a:ln w="12700">
            <a:solidFill>
              <a:srgbClr val="A8D5B5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7472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BSCS25085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2514600"/>
            <a:ext cx="2606040" cy="822960"/>
          </a:xfrm>
          <a:prstGeom prst="rect">
            <a:avLst/>
          </a:prstGeom>
          <a:solidFill>
            <a:srgbClr val="2E9E54">
              <a:alpha val="45000"/>
            </a:srgbClr>
          </a:solidFill>
          <a:ln w="12700">
            <a:solidFill>
              <a:srgbClr val="A8D5B5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— Spring 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 — Object Oriented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804672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605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1521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Functional 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4160520" cy="804672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112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459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Polymorphism, Encapsulation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41605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112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459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60520" cy="804672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419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&amp; Data Storage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605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419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&amp;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4160520" cy="804672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4032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4379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 &amp; Advantages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977640"/>
            <a:ext cx="41605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40680" y="4032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379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4069080" cy="137160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C++ Hospital Management System that automates core hospital operations including patient management, doctor management, appointment booking, billing, and report generation.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00600" y="1051560"/>
            <a:ext cx="4069080" cy="137160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417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cause data loss, appointment conflicts, billing errors, and inefficient record management. This system provides a digital solution using OOP principles.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2907792"/>
            <a:ext cx="73152" cy="201168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2953512"/>
            <a:ext cx="146304" cy="146304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44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OOP concepts: Inheritance, Polymorphism, Encapsulation, Abstraction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3328416"/>
            <a:ext cx="146304" cy="146304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3192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for Admin, Doctor, and Patient roles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3703320"/>
            <a:ext cx="146304" cy="146304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69417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appointments, billing, prescriptions, and generate reports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4078224"/>
            <a:ext cx="146304" cy="146304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06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with .txt files for permanent data storage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" y="4453128"/>
            <a:ext cx="146304" cy="146304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44398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project using multiple .cpp and .h files (~2500–3500 lines of code)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1051560"/>
            <a:ext cx="2011680" cy="169164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18872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23444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 Admin, Doctor &amp; Patient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395728" y="10515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81528" y="118872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12344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87168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Mgmt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487168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search, remove records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608576" y="1051560"/>
            <a:ext cx="2011680" cy="169164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294376" y="118872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123444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001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Mgmt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700016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details &amp; availability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821424" y="10515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507224" y="118872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12344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1286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912864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 &amp; manage slots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182880" y="2971800"/>
            <a:ext cx="2011680" cy="169164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68680" y="310896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154680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43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27432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bills &amp; payment records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2395728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081528" y="310896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7248" y="3154680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487168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2487168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medicines &amp; treatment notes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4608576" y="2971800"/>
            <a:ext cx="2011680" cy="169164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5294376" y="310896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0096" y="3154680"/>
            <a:ext cx="548640" cy="54864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700016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4700016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monthly hospital reports</a:t>
            </a:r>
            <a:endParaRPr lang="en-US" sz="850" dirty="0"/>
          </a:p>
        </p:txBody>
      </p:sp>
      <p:sp>
        <p:nvSpPr>
          <p:cNvPr id="40" name="Shape 30"/>
          <p:cNvSpPr/>
          <p:nvPr/>
        </p:nvSpPr>
        <p:spPr>
          <a:xfrm>
            <a:off x="6821424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7507224" y="3108960"/>
            <a:ext cx="640080" cy="64008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3154680"/>
            <a:ext cx="548640" cy="54864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912864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6912864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retrieve from .txt files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Demonstrated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1024128"/>
            <a:ext cx="2788920" cy="178308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1556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2704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6184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Patient, Doctor, 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provides common attributes: ID, name, password, contact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1024128"/>
            <a:ext cx="2788920" cy="1783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1556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0332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6120" y="152704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16184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via virtual functions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void displayMenu()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void generateReport()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1024128"/>
            <a:ext cx="2788920" cy="178308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11556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7512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152704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16184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members are private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public getters and setters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82880" y="2990088"/>
            <a:ext cx="2788920" cy="1783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08152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3081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349300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58444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with pure virtual functions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implementation, expose essential functionality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154680" y="2990088"/>
            <a:ext cx="2788920" cy="178308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46120" y="308152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461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703320" y="3081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46120" y="349300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46120" y="358444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 add balance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-=  bill deduction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compare objects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 display info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126480" y="2990088"/>
            <a:ext cx="2788920" cy="1783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7920" y="3081528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675120" y="3081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217920" y="3493008"/>
            <a:ext cx="2606040" cy="22860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358444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for invalid input, login errors, slot conflicts, insufficient balance, file errors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2400" dirty="0"/>
          </a:p>
        </p:txBody>
      </p:sp>
      <p:pic>
        <p:nvPicPr>
          <p:cNvPr id="4" name="Image 0" descr="/home/claude/um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868680"/>
            <a:ext cx="8961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MediCoreSystem — Full UML diagram showing class hierarchy, associations, and relationships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1005840"/>
            <a:ext cx="2834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(.cpp)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" y="1371600"/>
            <a:ext cx="2834640" cy="356616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148132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7472" y="181965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18013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Person.cpp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7472" y="215798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139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Patient.cpp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7472" y="2496312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4780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Doctor.cpp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2834640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816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Admin.cpp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7472" y="317296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Appointment.cpp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7472" y="351129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Bill.cpp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47472" y="384962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3831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Prescription.cpp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7472" y="4187952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4169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FileManager.cpp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47472" y="4526280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" y="4507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Validator.cpp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54680" y="1005840"/>
            <a:ext cx="2834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461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Files (.h)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154680" y="1371600"/>
            <a:ext cx="2834640" cy="356616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19272" y="148132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83864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319272" y="181965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83864" y="18013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Patient.h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319272" y="215798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83864" y="2139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Doctor.h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319272" y="2496312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83864" y="24780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Admin.h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319272" y="2834640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83864" y="2816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Appointment.h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319272" y="317296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83864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Bill.h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319272" y="351129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483864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Prescription.h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319272" y="384962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83864" y="3831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FileManager.h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319272" y="4187952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83864" y="4169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Validator.h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319272" y="4526280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483864" y="4507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Menu.h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126480" y="1005840"/>
            <a:ext cx="2834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(.txt)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126480" y="1371600"/>
            <a:ext cx="2834640" cy="3566160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91072" y="148132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55664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291072" y="181965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55664" y="18013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doctors.txt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291072" y="215798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55664" y="2139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admin.txt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6291072" y="2496312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55664" y="24780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appointments.txt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6291072" y="2834640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55664" y="2816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bills.txt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6291072" y="3172968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55664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prescriptions.txt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6291072" y="3511296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55664" y="3493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reports.txt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6291072" y="3849624"/>
            <a:ext cx="91440" cy="9144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55664" y="3831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security_log.txt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57200" y="4617720"/>
            <a:ext cx="1828800" cy="411480"/>
          </a:xfrm>
          <a:prstGeom prst="rect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4864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 Header Files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2560320" y="4617720"/>
            <a:ext cx="1828800" cy="411480"/>
          </a:xfrm>
          <a:prstGeom prst="rect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265176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 CPP Files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4663440" y="4617720"/>
            <a:ext cx="1828800" cy="411480"/>
          </a:xfrm>
          <a:prstGeom prst="rect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75488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~3000  Lines of Code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766560" y="4617720"/>
            <a:ext cx="1828800" cy="411480"/>
          </a:xfrm>
          <a:prstGeom prst="rect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85800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Data Files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Validation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411480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Classes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417320"/>
            <a:ext cx="4114800" cy="56692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HospitalException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719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exception class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2075688"/>
            <a:ext cx="4114800" cy="56692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low patient balance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2734056"/>
            <a:ext cx="4114800" cy="56692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FileNotFoundException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30358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missing data file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8600" y="3392424"/>
            <a:ext cx="4114800" cy="56692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438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SlotUnavailableException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3694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appointment conflict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28600" y="4050792"/>
            <a:ext cx="4114800" cy="56692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InvalidInputException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352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bad user input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800600" y="1005840"/>
            <a:ext cx="411480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Class Methods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00600" y="1417320"/>
            <a:ext cx="4114800" cy="38404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19472" y="1508760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2064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validateId(id) : bool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00600" y="18836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19472" y="1975104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0640" y="19293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validateDate(date) : bool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00600" y="2350008"/>
            <a:ext cx="4114800" cy="38404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19472" y="2441448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20640" y="23957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validateTimeSlot(slot) : bool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800600" y="281635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19472" y="2907792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0" y="28620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validateContact(contact) : bool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800600" y="3282696"/>
            <a:ext cx="4114800" cy="38404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19472" y="3374136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20640" y="33284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validatePassword(pass) : bool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00600" y="37490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919472" y="3840480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20640" y="37947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validatePositiveFloat(val) : bool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800600" y="4215384"/>
            <a:ext cx="4114800" cy="384048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919472" y="4306824"/>
            <a:ext cx="128016" cy="128016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0" y="42611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validateMenuChoice(choice) : bool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&amp; Advantages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4069080" cy="42062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173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417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management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74320" y="1865376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91109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1911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 system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74320" y="2359152"/>
            <a:ext cx="4069080" cy="42062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404872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404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&amp; cancellation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274320" y="2852928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2898648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2898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 management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4320" y="3346704"/>
            <a:ext cx="4069080" cy="42062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39242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9808" y="33924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274320" y="38404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3886200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9808" y="3886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(daily/monthly)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274320" y="4334256"/>
            <a:ext cx="4069080" cy="420624"/>
          </a:xfrm>
          <a:prstGeom prst="rect">
            <a:avLst/>
          </a:prstGeom>
          <a:solidFill>
            <a:srgbClr val="E8F5ED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4379976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9808" y="43799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permanent data storage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4846320" y="1371600"/>
            <a:ext cx="406908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965192" y="1481328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230368" y="14264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&amp; efficient hospital management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4846320" y="1865376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4965192" y="1975104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230368" y="1920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workload and errors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846320" y="2359152"/>
            <a:ext cx="406908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965192" y="2468880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5230368" y="241401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patient &amp; doctor records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846320" y="2852928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965192" y="2962656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230368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appointment scheduling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846320" y="3346704"/>
            <a:ext cx="406908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4965192" y="3456432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230368" y="3401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OOP concepts in practice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846320" y="38404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965192" y="3950208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230368" y="38953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software development experience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846320" y="4334256"/>
            <a:ext cx="4069080" cy="420624"/>
          </a:xfrm>
          <a:prstGeom prst="rect">
            <a:avLst/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965192" y="4443984"/>
            <a:ext cx="182880" cy="182880"/>
          </a:xfrm>
          <a:prstGeom prst="ellipse">
            <a:avLst/>
          </a:prstGeom>
          <a:solidFill>
            <a:srgbClr val="2E9E54"/>
          </a:solidFill>
          <a:ln w="12700">
            <a:solidFill>
              <a:srgbClr val="2E9E54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5230368" y="4389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data via file-based storage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7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E9E54">
              <a:alpha val="30000"/>
            </a:srgbClr>
          </a:solidFill>
          <a:ln w="12700">
            <a:solidFill>
              <a:srgbClr val="2E9E5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4CAF70">
              <a:alpha val="25000"/>
            </a:srgbClr>
          </a:solidFill>
          <a:ln w="12700">
            <a:solidFill>
              <a:srgbClr val="4CAF70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74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2560320"/>
            <a:ext cx="7315200" cy="1417320"/>
          </a:xfrm>
          <a:prstGeom prst="rect">
            <a:avLst/>
          </a:prstGeom>
          <a:solidFill>
            <a:srgbClr val="2E9E54">
              <a:alpha val="40000"/>
            </a:srgbClr>
          </a:solidFill>
          <a:ln w="12700">
            <a:solidFill>
              <a:srgbClr val="A8D5B5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633472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Management System is a medium-scale OOP project that automates hospital operations efficiently. It demonstrates inheritance, polymorphism, abstraction, encapsulation, operator overloading, exception handling, and file handling — providing practical experience of real-world C++ software development.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4160520"/>
            <a:ext cx="1325880" cy="347472"/>
          </a:xfrm>
          <a:prstGeom prst="rect">
            <a:avLst/>
          </a:prstGeom>
          <a:solidFill>
            <a:srgbClr val="2E9E54">
              <a:alpha val="50000"/>
            </a:srgbClr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42032" y="4160520"/>
            <a:ext cx="1325880" cy="347472"/>
          </a:xfrm>
          <a:prstGeom prst="rect">
            <a:avLst/>
          </a:prstGeom>
          <a:solidFill>
            <a:srgbClr val="2E9E54">
              <a:alpha val="50000"/>
            </a:srgbClr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86784" y="4160520"/>
            <a:ext cx="1325880" cy="347472"/>
          </a:xfrm>
          <a:prstGeom prst="rect">
            <a:avLst/>
          </a:prstGeom>
          <a:solidFill>
            <a:srgbClr val="2E9E54">
              <a:alpha val="50000"/>
            </a:srgbClr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86784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31536" y="4160520"/>
            <a:ext cx="1325880" cy="347472"/>
          </a:xfrm>
          <a:prstGeom prst="rect">
            <a:avLst/>
          </a:prstGeom>
          <a:solidFill>
            <a:srgbClr val="2E9E54">
              <a:alpha val="50000"/>
            </a:srgbClr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1536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876288" y="4160520"/>
            <a:ext cx="1325880" cy="347472"/>
          </a:xfrm>
          <a:prstGeom prst="rect">
            <a:avLst/>
          </a:prstGeom>
          <a:solidFill>
            <a:srgbClr val="2E9E54">
              <a:alpha val="50000"/>
            </a:srgbClr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76288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 ur Rehman  •  BSCS25085  •  OOP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722</Words>
  <Application>Microsoft Office PowerPoint</Application>
  <PresentationFormat>On-screen Show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Habib ur Rehman</dc:creator>
  <cp:lastModifiedBy>habib Ur Rehman</cp:lastModifiedBy>
  <cp:revision>1</cp:revision>
  <dcterms:created xsi:type="dcterms:W3CDTF">2026-05-15T11:32:10Z</dcterms:created>
  <dcterms:modified xsi:type="dcterms:W3CDTF">2026-05-15T13:45:56Z</dcterms:modified>
</cp:coreProperties>
</file>